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CareCircle</a:t>
            </a:r>
            <a:endParaRPr lang="en-US" sz="7600" dirty="0"/>
          </a:p>
        </p:txBody>
      </p:sp>
      <p:sp>
        <p:nvSpPr>
          <p:cNvPr id="5" name="Shape 3"/>
          <p:cNvSpPr/>
          <p:nvPr/>
        </p:nvSpPr>
        <p:spPr>
          <a:xfrm>
            <a:off x="640080" y="1938528"/>
            <a:ext cx="4572000" cy="594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 Coordination for India's Aging Parents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Built on ABDM  ·  Powered by Claude AI  ·  Delivered via Telegram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10128"/>
            <a:ext cx="2633472" cy="12344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3310128"/>
            <a:ext cx="50292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401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</a:rPr>
              <a:t>140M+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3968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Indians over 60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3310128"/>
            <a:ext cx="2633472" cy="12344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0" y="3310128"/>
            <a:ext cx="50292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401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</a:rPr>
              <a:t>5+ Meds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3657600" y="3968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avg per elderly patient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310128"/>
            <a:ext cx="2633472" cy="12344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310128"/>
            <a:ext cx="50292" cy="12344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0156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D4BF"/>
                </a:solidFill>
              </a:rPr>
              <a:t>0 Apps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492240" y="3968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1A1AA"/>
                </a:solidFill>
              </a:rPr>
              <a:t>needed — just Telegram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412748" cy="246888"/>
          </a:xfrm>
          <a:prstGeom prst="rect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4127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</a:rPr>
              <a:t>THE 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Your parent is sick. You're 500 km away.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140M+ Indians over 60. Most are managed remotely by working children who live far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70048" cy="28346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50292" cy="2834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Fragmented Records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35915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</a:rPr>
              <a:t>Prescriptions on paper. Lab reports in WhatsApp. Caregiver updates via voice note. Nobody has the full picture at any point in time.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70048" cy="28346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28800"/>
            <a:ext cx="50292" cy="2834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93008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Invisible Drug Interactions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493008" y="235915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</a:rPr>
              <a:t>Average elderly patient takes 5+ daily medications prescribed by 2-3 different doctors. No system checks for conflicts. Until something goes wrong.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70048" cy="283464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28800"/>
            <a:ext cx="50292" cy="28346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93852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Caregiver Blindspot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327648" y="2359152"/>
            <a:ext cx="23957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</a:rPr>
              <a:t>You find out about a hospitalization hours later. No proactive alerts. No daily health summary. Just anxiety every time the phone rings.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542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D4BF"/>
                </a:solidFill>
              </a:rPr>
              <a:t>Today's healthcare system was designed for patients who walk in — not families who call in.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Problem Statement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17904" cy="246888"/>
          </a:xfrm>
          <a:prstGeom prst="rect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</a:rPr>
              <a:t>THE SOLUTION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CareCircle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618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1A1AA"/>
                </a:solidFill>
              </a:rPr>
              <a:t>One AI-powered platform. Three layers that work together.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2670048" cy="301752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55648"/>
            <a:ext cx="50292" cy="3017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B8A6"/>
                </a:solidFill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58368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AI Analysis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5836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Claude AI + Gemini Flash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962656"/>
            <a:ext cx="2487168" cy="16642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OCR: extract meds from prescription photos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Drug interaction check across all active meds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Daily briefing: one paragraph, what matters most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Abnormal lab flag with clinical context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1755648"/>
            <a:ext cx="2670048" cy="301752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755648"/>
            <a:ext cx="50292" cy="30175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3008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93008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ABDM Rails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349300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India's digital health highway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2962656"/>
            <a:ext cx="2487168" cy="16642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ABHA ID links patient to national health records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UHI protocol: discover doctors, book appointments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FHIR-based PHR: structured, machine-readable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Consent-gated: patient owns their own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755648"/>
            <a:ext cx="2670048" cy="301752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755648"/>
            <a:ext cx="50292" cy="3017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8745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D399"/>
                </a:solidFill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27648" y="230428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</a:rPr>
              <a:t>Telegram Interface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327648" y="26517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</a:rPr>
              <a:t>Zero app install required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36208" y="2962656"/>
            <a:ext cx="2487168" cy="1664208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/summary: AI health snapshot in seconds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/addappointment: book via conversation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Works on any phone, any data plan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A1A1AA"/>
                </a:solidFill>
              </a:rPr>
              <a:t>India's most-used messaging platform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Solution Overview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2359152" cy="246888"/>
          </a:xfrm>
          <a:prstGeom prst="rect">
            <a:avLst/>
          </a:prstGeom>
          <a:solidFill>
            <a:srgbClr val="60A5FA">
              <a:alpha val="20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0A5FA"/>
                </a:solidFill>
              </a:rPr>
              <a:t>INDIA'S HEALTH STACK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ABDM: Ayushman Bharat Digital Mission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India's national digital health highway — like GSTN for taxes, ONDC for commerce, now for healthcare.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914400" cy="329184"/>
          </a:xfrm>
          <a:prstGeom prst="rect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B8A6"/>
                </a:solidFill>
              </a:rPr>
              <a:t>ABHA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81328" y="169164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Ayushman Bharat Health Account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81328" y="1865376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14-digit health ID for every Indian citizen. Permanent, portable, interoperable.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914400" cy="329184"/>
          </a:xfrm>
          <a:prstGeom prst="rect">
            <a:avLst/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0428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</a:rPr>
              <a:t>PHR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81328" y="2304288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Personal Health Record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481328" y="247802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Longitudinal health record. FHIR R4 standard. Linked to ABHA. Owned by patient.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16936"/>
            <a:ext cx="914400" cy="329184"/>
          </a:xfrm>
          <a:prstGeom prst="rect">
            <a:avLst/>
          </a:prstGeom>
          <a:solidFill>
            <a:srgbClr val="A78BFA">
              <a:alpha val="22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HIU/HIP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81328" y="2916936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 Information User &amp; Provider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481328" y="3090672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HIU = apps that request records (CareCircle). HIP = hospitals/labs that provide them.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914400" cy="329184"/>
          </a:xfrm>
          <a:prstGeom prst="rect">
            <a:avLst/>
          </a:prstGeom>
          <a:solidFill>
            <a:srgbClr val="34D399">
              <a:alpha val="22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2958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4D399"/>
                </a:solidFill>
              </a:rPr>
              <a:t>Locker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481328" y="3529584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ABDM Health Locker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81328" y="3703320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Federated record storage. Patient consents to share. No central government database.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42232"/>
            <a:ext cx="914400" cy="329184"/>
          </a:xfrm>
          <a:prstGeom prst="rect">
            <a:avLst/>
          </a:prstGeom>
          <a:solidFill>
            <a:srgbClr val="FBBF24">
              <a:alpha val="22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42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BBF24"/>
                </a:solidFill>
              </a:rPr>
              <a:t>HCX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81328" y="414223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 Claims Exchange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81328" y="431596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Open insurance claims protocol. Automates the entire claim cycle without paper forms.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1600200"/>
            <a:ext cx="3657600" cy="303580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1600200"/>
            <a:ext cx="50292" cy="30358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7190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Why this matters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193792" y="2121408"/>
            <a:ext cx="3401568" cy="237744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30+ crore ABHA IDs issued — India's health identity layer is live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2,000+ hospitals on ABDM network and growing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Records are portable — follow the patient, not the hospital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Zero data lock-in — patient can revoke consent anytime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Govt mandate: all new digital health apps must be ABDM-compliant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CareCircle doesn't store health records — ABHA does. We read, analyze, alert.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ABDM Background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23060" cy="246888"/>
          </a:xfrm>
          <a:prstGeom prst="rect">
            <a:avLst/>
          </a:prstGeom>
          <a:solidFill>
            <a:srgbClr val="A78BFA">
              <a:alpha val="20000"/>
            </a:srgbClr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623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A78BFA"/>
                </a:solidFill>
              </a:rPr>
              <a:t>UHI DEEP DIVE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UHI: Unified Health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A"/>
                </a:solidFill>
              </a:rPr>
              <a:t>Open protocol for health service discovery and delivery — the BECKN layer on top of ABDM.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8229600" cy="384048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7340"/>
            <a:ext cx="79552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1A1AA"/>
                </a:solidFill>
              </a:rPr>
              <a:t>Think UPI for payments, ONDC for commerce — </a:t>
            </a:r>
            <a:pPr indent="0" marL="0">
              <a:buNone/>
            </a:pPr>
            <a:r>
              <a:rPr lang="en-US" sz="1150" b="1" dirty="0">
                <a:solidFill>
                  <a:srgbClr val="2DD4BF"/>
                </a:solidFill>
              </a:rPr>
              <a:t>UHI does the same for healthcare services.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2670048" cy="153619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50292" cy="15361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130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</a:rPr>
              <a:t>EUA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" y="2514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End User Application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" y="272491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Patient-facing apps. CareCircle registers as an EUA. Sends health service requests on behalf of the caregiver or patient.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58368" y="33558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4B8A6"/>
                </a:solidFill>
              </a:rPr>
              <a:t>e.g. CareCircle, ABHA App, Practo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91840" y="2057400"/>
            <a:ext cx="2670048" cy="153619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2057400"/>
            <a:ext cx="50292" cy="15361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2130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78BFA"/>
                </a:solidFill>
              </a:rPr>
              <a:t>Gateway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93008" y="2514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UHI Gateway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93008" y="272491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Routes requests between EUAs and HSPs. Operated by NHA. Handles service discovery, matching, and routing — invisible to users.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93008" y="33558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A78BFA"/>
                </a:solidFill>
              </a:rPr>
              <a:t>e.g. gateway.abdm.gov.in (NHA)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26480" y="2057400"/>
            <a:ext cx="2670048" cy="1536192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057400"/>
            <a:ext cx="50292" cy="15361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27648" y="213055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0A5FA"/>
                </a:solidFill>
              </a:rPr>
              <a:t>HSP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327648" y="251460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Health Service Provider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27648" y="2724912"/>
            <a:ext cx="2395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Any doctor, hospital, lab, or pharmacy registered on UHI. Public or private. Apollo to a local clinic — all discoverable via the same API.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27648" y="3355848"/>
            <a:ext cx="2395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0A5FA"/>
                </a:solidFill>
              </a:rPr>
              <a:t>e.g. Apollo, AIIMS, SRL Diagnostics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371600" y="2368296"/>
            <a:ext cx="6492240" cy="0"/>
          </a:xfrm>
          <a:prstGeom prst="line">
            <a:avLst/>
          </a:prstGeom>
          <a:noFill/>
          <a:ln w="9525">
            <a:solidFill>
              <a:srgbClr val="27272A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22677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</a:rPr>
              <a:t>EUA  →  Gateway  →  HSP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transacts over UHI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73152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4041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Doctor &amp; specialist discovery by location, specialty, language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4334256"/>
            <a:ext cx="73152" cy="1737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43068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Appointment booking (standardized, open protocol)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599432"/>
            <a:ext cx="73152" cy="17373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Teleconsultation (video / audio)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4069080"/>
            <a:ext cx="73152" cy="17373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56632" y="404164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PHR request &amp; share (FHIR R4, consent-gated)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92040" y="4334256"/>
            <a:ext cx="73152" cy="1737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56632" y="4306824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Prescription digitization to ABHA locker post-consult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92040" y="4599432"/>
            <a:ext cx="73152" cy="17373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56632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Lab report delivery direct to patient's health record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UHI Protocol — Deep Dive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623060" cy="246888"/>
          </a:xfrm>
          <a:prstGeom prst="rect">
            <a:avLst/>
          </a:prstGeom>
          <a:solidFill>
            <a:srgbClr val="14B8A6">
              <a:alpha val="20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6230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4B8A6"/>
                </a:solidFill>
              </a:rPr>
              <a:t>HOW WE USE IT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CareCircle rides ABDM rails.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1AA"/>
                </a:solidFill>
              </a:rPr>
              <a:t>Like Paytm rides UPI rails — we don't build health infrastructure. We build the AI and UX layer on top.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913632" cy="303580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303580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773936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0A5FA"/>
                </a:solidFill>
              </a:rPr>
              <a:t>What ABDM gives us — for free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7512" y="2212848"/>
            <a:ext cx="7315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Patient Identity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ABHA ID = no user health database to build or secure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67512" y="2724912"/>
            <a:ext cx="7315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Record Storage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41248" y="2907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ABHA Locker = zero infrastructure; records stay with patient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67512" y="3236976"/>
            <a:ext cx="7315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218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Provider Directory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3419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UHI Gateway = 2,000+ providers auto-discoverable via API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67512" y="3749040"/>
            <a:ext cx="7315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Consent Management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41248" y="3931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ABDM framework = DPDP-compliant, patient-controlled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67512" y="4261104"/>
            <a:ext cx="73152" cy="1828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242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Record Portability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41248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FHIR R4 = records from Apollo, AIIMS, local clinic — same format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81728" y="1664208"/>
            <a:ext cx="3913632" cy="303580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1664208"/>
            <a:ext cx="50292" cy="3035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773936"/>
            <a:ext cx="3547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B8A6"/>
                </a:solidFill>
              </a:rPr>
              <a:t>What CareCircle builds on top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892040" y="2212848"/>
            <a:ext cx="7315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1945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AI Analysis Layer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74920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Claude briefings + Gemini OCR — no ABDM app has this yet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2724912"/>
            <a:ext cx="7315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4920" y="270662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Caregiver-First UX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074920" y="29077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Designed for the adult child 500 km away, not just the patient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92040" y="3236976"/>
            <a:ext cx="7315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21868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Telegram Interface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74920" y="3419856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WhatsApp-like familiarity. Zero install friction. Any phone.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749040"/>
            <a:ext cx="7315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373075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Proactive Alerting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74920" y="3931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Abnormal labs, drug interactions, missed meds — pushed, not pulled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92040" y="4261104"/>
            <a:ext cx="73152" cy="1828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42428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Family Coordination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074920" y="44439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Multiple caregivers share one health view across distance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CareCircle Architecture Position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17904" cy="246888"/>
          </a:xfrm>
          <a:prstGeom prst="rect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4D399"/>
                </a:solidFill>
              </a:rPr>
              <a:t>PRODUCT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Web Dashboard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</a:rPr>
              <a:t>Full caregiver view — medications, labs, appointments, AI briefing.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329184" cy="32918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19110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srikanthkarkampally01@gmail.com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329184" cy="329184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225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232257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 Profile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252374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Rajesh Sharma — B+, Nellore AP. Conditions: Type 2 Diabetes, Hypertension.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329184" cy="32918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35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112" y="2935224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Lab Flags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6112" y="31363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3 abnormal results: BP 150/95 mmHg, FBS 180 mg/dL — all flagged in amber/red.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547872"/>
            <a:ext cx="329184" cy="3291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96112" y="354787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Medications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374904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5 active meds: Metformin, Glimepiride, Amlodipine, Aspirin, Atorvastatin.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4160520"/>
            <a:ext cx="329184" cy="32918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160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B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112" y="41605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Briefing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6112" y="4361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Claude reads all data → one-paragraph morning summary at 7 AM IST.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1417320"/>
            <a:ext cx="3657600" cy="3429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74920" y="1417320"/>
            <a:ext cx="3657600" cy="274320"/>
          </a:xfrm>
          <a:prstGeom prst="rect">
            <a:avLst/>
          </a:prstGeom>
          <a:solidFill>
            <a:srgbClr val="1C1C1C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193792" y="1499616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85816" y="1499616"/>
            <a:ext cx="109728" cy="109728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577840" y="1499616"/>
            <a:ext cx="109728" cy="109728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0" y="145389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carecercle.vercel.app/dashboard</a:t>
            </a:r>
            <a:endParaRPr lang="en-US" sz="700" dirty="0"/>
          </a:p>
        </p:txBody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4064" y="1691640"/>
            <a:ext cx="3639312" cy="3145536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Product Demo — Web Dashboard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17904" cy="246888"/>
          </a:xfrm>
          <a:prstGeom prst="rect">
            <a:avLst/>
          </a:prstGeom>
          <a:solidFill>
            <a:srgbClr val="34D399">
              <a:alpha val="20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34D399"/>
                </a:solidFill>
              </a:rPr>
              <a:t>PRODUCT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Telegram Bot: @CarCercle_Bot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1A1AA"/>
                </a:solidFill>
              </a:rPr>
              <a:t>Zero app install. Works on any smartphone. India's most-used messaging platform.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572000" cy="685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27632"/>
            <a:ext cx="50292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7099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/connect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Links your Telegram to your CareCircle account. One-time setup.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572000" cy="685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23160"/>
            <a:ext cx="50292" cy="685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054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/summary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27797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AI-generated health snapshot. Patient data + Claude analysis in seconds.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18688"/>
            <a:ext cx="4572000" cy="685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18688"/>
            <a:ext cx="50292" cy="6858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300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/addappointment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" y="357530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Conversational booking flow. Bot asks date, doctor, reason — stores in DB.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14216"/>
            <a:ext cx="4572000" cy="685800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14216"/>
            <a:ext cx="50292" cy="685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965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/addlab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" y="43708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</a:rPr>
              <a:t>Log lab values in chat. Flags abnormal results automatically.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457200"/>
            <a:ext cx="3200400" cy="4572000"/>
          </a:xfrm>
          <a:prstGeom prst="rect">
            <a:avLst/>
          </a:prstGeom>
          <a:solidFill>
            <a:srgbClr val="0A0A0A"/>
          </a:solidFill>
          <a:ln w="1905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713232"/>
            <a:ext cx="3017520" cy="4069080"/>
          </a:xfrm>
          <a:prstGeom prst="rect">
            <a:avLst/>
          </a:prstGeom>
          <a:solidFill>
            <a:srgbClr val="17212B"/>
          </a:solidFill>
          <a:ln w="12700">
            <a:solidFill>
              <a:srgbClr val="1721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77840" y="713232"/>
            <a:ext cx="3017520" cy="384048"/>
          </a:xfrm>
          <a:prstGeom prst="rect">
            <a:avLst/>
          </a:prstGeom>
          <a:solidFill>
            <a:srgbClr val="242F3D"/>
          </a:solidFill>
          <a:ln w="12700">
            <a:solidFill>
              <a:srgbClr val="242F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50992" y="768096"/>
            <a:ext cx="256032" cy="25603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80176" y="7863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CarCercle_Bot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0176" y="950976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4D399"/>
                </a:solidFill>
              </a:rPr>
              <a:t>online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656832" y="1188720"/>
            <a:ext cx="2697480" cy="256032"/>
          </a:xfrm>
          <a:prstGeom prst="rect">
            <a:avLst/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93408" y="119786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/summary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96128" y="1527048"/>
            <a:ext cx="2788920" cy="1572768"/>
          </a:xfrm>
          <a:prstGeom prst="rect">
            <a:avLst/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572768"/>
            <a:ext cx="2670048" cy="146304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2DD4BF"/>
                </a:solidFill>
              </a:rPr>
              <a:t>Summary — Rajesh Sharma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 meds  |  3 abnormal labs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0 alerts  |  0 events in 24h</a:t>
            </a:r>
            <a:endParaRPr lang="en-US" sz="85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STATUS: </a:t>
            </a:r>
            <a:pPr indent="0" marL="0">
              <a:buNone/>
            </a:pPr>
            <a:r>
              <a:rPr lang="en-US" sz="850" b="1" dirty="0">
                <a:solidFill>
                  <a:srgbClr val="FBBF24"/>
                </a:solidFill>
              </a:rPr>
              <a:t>WARNING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BP elevated: 150/95 mmHg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FBS elevated: 180 mg/dL</a:t>
            </a:r>
            <a:endParaRPr lang="en-US" sz="850" dirty="0"/>
          </a:p>
          <a:p>
            <a:pPr indent="0" marL="0">
              <a:buNone/>
            </a:pPr>
            <a:r>
              <a:rPr lang="en-US" sz="800" dirty="0">
                <a:solidFill>
                  <a:srgbClr val="AAAAAA"/>
                </a:solidFill>
              </a:rPr>
              <a:t>All 5 meds logged.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91072" y="3182112"/>
            <a:ext cx="2697480" cy="256032"/>
          </a:xfrm>
          <a:prstGeom prst="rect">
            <a:avLst/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19125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/addappointment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596128" y="3511296"/>
            <a:ext cx="2788920" cy="475488"/>
          </a:xfrm>
          <a:prstGeom prst="rect">
            <a:avLst/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50992" y="3538728"/>
            <a:ext cx="2651760" cy="411480"/>
          </a:xfrm>
          <a:prstGeom prst="rect">
            <a:avLst/>
          </a:prstGeom>
          <a:noFill/>
          <a:ln/>
        </p:spPr>
        <p:txBody>
          <a:bodyPr wrap="square" lIns="38100" tIns="50800" rIns="508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Sure. What date is the appointment?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91072" y="4059936"/>
            <a:ext cx="2697480" cy="256032"/>
          </a:xfrm>
          <a:prstGeom prst="rect">
            <a:avLst/>
          </a:prstGeom>
          <a:solidFill>
            <a:srgbClr val="2B5278"/>
          </a:solidFill>
          <a:ln w="12700">
            <a:solidFill>
              <a:srgbClr val="2B527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40690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20 May, Dr. Reddy - Cardiology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596128" y="4389120"/>
            <a:ext cx="2788920" cy="292608"/>
          </a:xfrm>
          <a:prstGeom prst="rect">
            <a:avLst/>
          </a:prstGeom>
          <a:solidFill>
            <a:srgbClr val="182533"/>
          </a:solidFill>
          <a:ln w="12700">
            <a:solidFill>
              <a:srgbClr val="1825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50992" y="4407408"/>
            <a:ext cx="2651760" cy="23774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4D399"/>
                </a:solidFill>
              </a:rPr>
              <a:t>Appointment saved for May 20.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Product Demo — Telegram Bot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005840" cy="246888"/>
          </a:xfrm>
          <a:prstGeom prst="rect">
            <a:avLst/>
          </a:prstGeom>
          <a:solidFill>
            <a:srgbClr val="FBBF24">
              <a:alpha val="20000"/>
            </a:srgbClr>
          </a:solidFill>
          <a:ln w="9525">
            <a:solidFill>
              <a:srgbClr val="FBBF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14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BBF24"/>
                </a:solidFill>
              </a:rPr>
              <a:t>ROADMAP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Telegram as the ABDM Interface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1A1AA"/>
                </a:solidFill>
              </a:rPr>
              <a:t>The bot you see today will be the front door to India's entire digital health network.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670048" cy="2944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64208"/>
            <a:ext cx="50292" cy="2944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73936"/>
            <a:ext cx="1115568" cy="246888"/>
          </a:xfrm>
          <a:prstGeom prst="rect">
            <a:avLst/>
          </a:prstGeom>
          <a:solidFill>
            <a:srgbClr val="34D399">
              <a:alpha val="22000"/>
            </a:srgbClr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7393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</a:rPr>
              <a:t>Phase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Now — Live Today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Standalone health record management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Claude AI daily briefings at 7AM IST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Gemini Flash OCR: prescription scanning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/summary, /addappointment via Telegram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Supabase + Vercel — fully deployed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664208"/>
            <a:ext cx="2670048" cy="2944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664208"/>
            <a:ext cx="50292" cy="2944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29000" y="1773936"/>
            <a:ext cx="1115568" cy="246888"/>
          </a:xfrm>
          <a:prstGeom prst="rect">
            <a:avLst/>
          </a:prstGeom>
          <a:solidFill>
            <a:srgbClr val="14B8A6">
              <a:alpha val="22000"/>
            </a:srgbClr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177393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4B8A6"/>
                </a:solidFill>
              </a:rPr>
              <a:t>Phase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93008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Q3 2026 — ABDM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01568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/sync command: pull PHR from ABHA locker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ABHA ID linking inside /connect flow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Register CareCircle as a HIU with NHA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/book command: UHI appointment booking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Consent-gated record access via ABDM API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664208"/>
            <a:ext cx="2670048" cy="294436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664208"/>
            <a:ext cx="50292" cy="294436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1773936"/>
            <a:ext cx="1115568" cy="246888"/>
          </a:xfrm>
          <a:prstGeom prst="rect">
            <a:avLst/>
          </a:prstGeom>
          <a:solidFill>
            <a:srgbClr val="60A5FA">
              <a:alpha val="22000"/>
            </a:srgbClr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773936"/>
            <a:ext cx="1115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Phase 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7648" y="20848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Q4 2026 — Full UHI EUA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36208" y="2487168"/>
            <a:ext cx="2487168" cy="2011680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Full UHI EUA registration with NHA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Live doctor/lab discovery via UHI gateway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Prescriptions pushed to ABHA locker post-consult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HCX: insurance claim initiation via Telegram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A1A1AA"/>
                </a:solidFill>
              </a:rPr>
              <a:t>Multi-family, multi-patient coordinator mode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67258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DD4BF"/>
                </a:solidFill>
              </a:rPr>
              <a:t>End goal: caregiver in Bangalore books a specialist in Chennai for a parent in Nellore — from Telegram, in 2 messages, via UHI.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496976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CareCircle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20240" y="4969764"/>
            <a:ext cx="5029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— Roadmap — Telegram + ABDM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9697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7FFF9"/>
                </a:solidFill>
              </a:rPr>
              <a:t>carecercle.vercel.app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" y="0"/>
            <a:ext cx="9015984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4B8A6"/>
                </a:solidFill>
              </a:rPr>
              <a:t>The Opportunity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India's aging-care gap is a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₹50,000 crore problem waiting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for the right infrastructure.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12848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D4BF"/>
                </a:solidFill>
              </a:rPr>
              <a:t>ABDM gives us the rails.  Claude gives us the intelligence.  Telegram gives us the reach.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670048" cy="193852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2743200"/>
            <a:ext cx="50292" cy="19385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</a:rPr>
              <a:t>Pilot Families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10 families with an aging parent. Free for 6 months. Help us tune AI, UX, and ABDM consent flows.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0" y="2743200"/>
            <a:ext cx="2670048" cy="193852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743200"/>
            <a:ext cx="50292" cy="193852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4448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Hospital / Clinic Partners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84448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ABDM-registered HIPs to pilot UHI appointment booking and PHR sharing. Public or private.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670048" cy="1938528"/>
          </a:xfrm>
          <a:prstGeom prst="rect">
            <a:avLst/>
          </a:prstGeom>
          <a:solidFill>
            <a:srgbClr val="18181B"/>
          </a:solidFill>
          <a:ln w="9525">
            <a:solidFill>
              <a:srgbClr val="272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743200"/>
            <a:ext cx="50292" cy="19385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19088" y="28346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</a:rPr>
              <a:t>Investor Interest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19088" y="324612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1A1AA"/>
                </a:solidFill>
              </a:rPr>
              <a:t>Pre-seed round opening Q3 2026. Focus: ABDM HIU registration, UHI EUA build-out, engineering team.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8181B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D4BF"/>
                </a:solidFill>
              </a:rPr>
              <a:t>Demo: carecercle.vercel.app  ·  Bot: @CarCercle_Bot  ·  srikanthkarkampally01@gmail.com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CareCircle — Demo Script</dc:title>
  <dc:subject>PptxGenJS Presentation</dc:subject>
  <dc:creator>PptxGenJS</dc:creator>
  <cp:lastModifiedBy>PptxGenJS</cp:lastModifiedBy>
  <cp:revision>1</cp:revision>
  <dcterms:created xsi:type="dcterms:W3CDTF">2026-05-17T16:46:34Z</dcterms:created>
  <dcterms:modified xsi:type="dcterms:W3CDTF">2026-05-17T16:46:34Z</dcterms:modified>
</cp:coreProperties>
</file>